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46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Customer Growth &amp; Retention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Analyzing Revenue, Churn &amp; Customer Behavior</a:t>
            </a:r>
          </a:p>
          <a:p>
            <a:r>
              <a:rPr dirty="0"/>
              <a:t>Business Case Study | Power BI &amp; SQL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 churn (~75%) threatens revenue despite strong performance</a:t>
            </a:r>
          </a:p>
          <a:p>
            <a:r>
              <a:rPr dirty="0"/>
              <a:t>₹51M+ revenue driven by engaged users</a:t>
            </a:r>
          </a:p>
          <a:p>
            <a:r>
              <a:rPr dirty="0"/>
              <a:t>Engagement is primary revenue driver</a:t>
            </a:r>
          </a:p>
          <a:p>
            <a:r>
              <a:rPr dirty="0"/>
              <a:t>Immediate retention strategy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052" y="198782"/>
            <a:ext cx="8229600" cy="63809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Problem &amp; Objective</a:t>
            </a:r>
          </a:p>
          <a:p>
            <a:r>
              <a:rPr dirty="0"/>
              <a:t>Limited visibility into customer lifecycle</a:t>
            </a:r>
          </a:p>
          <a:p>
            <a:r>
              <a:rPr dirty="0"/>
              <a:t>No clear link between engagement &amp; revenue</a:t>
            </a:r>
          </a:p>
          <a:p>
            <a:r>
              <a:rPr dirty="0"/>
              <a:t>High churn without root cause clarity</a:t>
            </a:r>
          </a:p>
          <a:p>
            <a:r>
              <a:rPr dirty="0"/>
              <a:t>Build analytics</a:t>
            </a:r>
            <a:r>
              <a:rPr lang="en-IN" dirty="0"/>
              <a:t> Dashboard</a:t>
            </a:r>
            <a:r>
              <a:rPr dirty="0"/>
              <a:t> to drive decisions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Data &amp; Approach</a:t>
            </a:r>
          </a:p>
          <a:p>
            <a:r>
              <a:rPr lang="en-GB" dirty="0"/>
              <a:t>Integrated Customers, Subscriptions, Transactions, Activity</a:t>
            </a:r>
          </a:p>
          <a:p>
            <a:r>
              <a:rPr lang="en-GB" dirty="0"/>
              <a:t>Star schema using </a:t>
            </a:r>
            <a:r>
              <a:rPr lang="en-GB" dirty="0" err="1"/>
              <a:t>customer_id</a:t>
            </a:r>
            <a:endParaRPr lang="en-GB" dirty="0"/>
          </a:p>
          <a:p>
            <a:r>
              <a:rPr lang="en-GB" dirty="0" err="1"/>
              <a:t>Analyzed</a:t>
            </a:r>
            <a:r>
              <a:rPr lang="en-GB" dirty="0"/>
              <a:t> </a:t>
            </a:r>
            <a:r>
              <a:rPr lang="en-GB" dirty="0" err="1"/>
              <a:t>behavior</a:t>
            </a:r>
            <a:r>
              <a:rPr lang="en-GB" dirty="0"/>
              <a:t> → revenue → churn</a:t>
            </a:r>
          </a:p>
          <a:p>
            <a:r>
              <a:rPr lang="en-GB" dirty="0"/>
              <a:t>Built using Power BI (DAX) &amp; MYSQL</a:t>
            </a:r>
            <a:endParaRPr lang="en-IN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0249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Revenue Performance &amp; Churn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444" y="781950"/>
            <a:ext cx="8229600" cy="421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KPIs: Revenue, Customers, ARPU, Chur</a:t>
            </a:r>
            <a:r>
              <a:rPr lang="en-IN" sz="2000" dirty="0"/>
              <a:t>n</a:t>
            </a:r>
            <a:endParaRPr sz="2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B416E8-50E8-4034-B235-F32F8C7E77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965" t="12078" r="14918" b="8206"/>
          <a:stretch/>
        </p:blipFill>
        <p:spPr>
          <a:xfrm>
            <a:off x="417444" y="1157909"/>
            <a:ext cx="8169965" cy="409989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68D6D0C-F325-404F-8EFA-16C936B73D26}"/>
              </a:ext>
            </a:extLst>
          </p:cNvPr>
          <p:cNvSpPr/>
          <p:nvPr/>
        </p:nvSpPr>
        <p:spPr>
          <a:xfrm>
            <a:off x="516834" y="5436778"/>
            <a:ext cx="82295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Low activity is a leading indicator of churn risk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Retention presents the highest-impact opportunity to improve revenue and profitability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High churn threatens revenue, while engagement emerges as the key lever for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200"/>
          </a:xfrm>
        </p:spPr>
        <p:txBody>
          <a:bodyPr>
            <a:normAutofit/>
          </a:bodyPr>
          <a:lstStyle/>
          <a:p>
            <a:r>
              <a:rPr sz="2400" dirty="0"/>
              <a:t>Customer Behavior Insights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93A615-102D-4271-9783-9600E8352B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71" t="12319" r="14456" b="8454"/>
          <a:stretch/>
        </p:blipFill>
        <p:spPr>
          <a:xfrm>
            <a:off x="218661" y="798270"/>
            <a:ext cx="8468139" cy="45887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87018"/>
            <a:ext cx="8229600" cy="56391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Executive Takeaways</a:t>
            </a:r>
          </a:p>
          <a:p>
            <a:r>
              <a:rPr dirty="0"/>
              <a:t>Retention is biggest growth lever</a:t>
            </a:r>
          </a:p>
          <a:p>
            <a:r>
              <a:rPr dirty="0"/>
              <a:t>~75% churn is critical risk</a:t>
            </a:r>
          </a:p>
          <a:p>
            <a:r>
              <a:rPr dirty="0"/>
              <a:t>Engagement drives revenue</a:t>
            </a:r>
          </a:p>
          <a:p>
            <a:r>
              <a:rPr dirty="0"/>
              <a:t>Reducing churn improves sustainability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Recommendations &amp; Impact</a:t>
            </a:r>
          </a:p>
          <a:p>
            <a:r>
              <a:rPr lang="en-GB" dirty="0"/>
              <a:t>Target high-value customers &amp; re-engage inactive users</a:t>
            </a:r>
          </a:p>
          <a:p>
            <a:r>
              <a:rPr lang="en-GB" dirty="0"/>
              <a:t>Optimize pricing &amp; subscription plans</a:t>
            </a:r>
          </a:p>
          <a:p>
            <a:r>
              <a:rPr lang="en-GB" dirty="0"/>
              <a:t>Use activity signals for churn prediction</a:t>
            </a:r>
          </a:p>
          <a:p>
            <a:r>
              <a:rPr lang="en-GB" dirty="0"/>
              <a:t>Improve retention → increase revenue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206</Words>
  <Application>Microsoft Office PowerPoint</Application>
  <PresentationFormat>On-screen Show (4:3)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Customer Growth &amp; Retention</vt:lpstr>
      <vt:lpstr>Executive Summary</vt:lpstr>
      <vt:lpstr>PowerPoint Presentation</vt:lpstr>
      <vt:lpstr>Revenue Performance &amp; Churn</vt:lpstr>
      <vt:lpstr>Customer Behavior Insights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Growth &amp; Retention</dc:title>
  <dc:subject/>
  <dc:creator>Sethuraman B</dc:creator>
  <cp:keywords/>
  <dc:description>generated using python-pptx</dc:description>
  <cp:lastModifiedBy>Sethuraman B</cp:lastModifiedBy>
  <cp:revision>5</cp:revision>
  <dcterms:created xsi:type="dcterms:W3CDTF">2013-01-27T09:14:16Z</dcterms:created>
  <dcterms:modified xsi:type="dcterms:W3CDTF">2026-04-13T13:20:42Z</dcterms:modified>
  <cp:category/>
</cp:coreProperties>
</file>